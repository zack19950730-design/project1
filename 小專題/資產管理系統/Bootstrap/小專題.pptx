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6F982-AA94-4E46-956B-1454B800C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0AFD85B-A0DB-4928-A254-64BC8A414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1A1855-89CD-4637-84A3-C979C28F5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74D99-A2DD-44FC-981C-1FDDFAD7E545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6859E6-735B-4C4E-97D0-997DE5D0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165D00-B80B-4E8D-A322-D097A3D57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F054-C7CA-4FB3-8C21-E4EE1CBE1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8468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6DEA3-EE91-4CD5-9E66-3F2A9E45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9E0725-1109-4ECA-980F-14ADE3FFC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3B0436-68A7-4456-869E-CE8513C90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74D99-A2DD-44FC-981C-1FDDFAD7E545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33ACB8-8C6C-4457-A5DC-5AD61BF1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7F2244-07EB-47A2-83E3-8681C35B0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F054-C7CA-4FB3-8C21-E4EE1CBE1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444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2DE4E7-6F2D-4C29-987E-284FB5FDC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357821-ED4C-4FE2-87F1-F7E508D0A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AD62D6-1EAA-4F39-B34D-2BC13A8A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74D99-A2DD-44FC-981C-1FDDFAD7E545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DF2536-0A48-4056-B95E-D51C9EF6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550651-50E7-4D76-9921-F52C7B6F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F054-C7CA-4FB3-8C21-E4EE1CBE1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47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88F6C-5688-4364-84EB-08FD64FBC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2DCE94-8B6F-4B4C-82CE-83EB5EB1D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B0F3581-9944-4620-8287-2C35FAB28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77FEE8F-BB53-499A-8ABC-B0E224245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74D99-A2DD-44FC-981C-1FDDFAD7E545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8F48AD6-22CC-4538-B57F-0F71908B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7035332-7F78-4413-A67F-7E055807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F054-C7CA-4FB3-8C21-E4EE1CBE1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9357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8A272C-E4DC-4703-91BF-B1E5B3B3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D76777D-B250-4DB0-9124-5A94DEAE2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B3C6C0-CC55-4B45-9DA2-C24E09287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73FA614-3BE2-4D1A-9AFC-E8CA62C3A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EB5AC48-A69C-4901-9EE4-748B367A1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828ED3-406C-487D-B167-5957BDD6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74D99-A2DD-44FC-981C-1FDDFAD7E545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4905B19-E058-48D0-AF53-30F09FC3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4ED1387-95BC-4F6B-8A10-C7977316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F054-C7CA-4FB3-8C21-E4EE1CBE1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4513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D19401-95A1-4362-B22C-2F145B12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E567F86-69AF-4C6A-B218-CBCB1924D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74D99-A2DD-44FC-981C-1FDDFAD7E545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E9166E6-3B22-44F3-A81F-730D909A3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9219F0-07F6-41BB-BFDE-3B5E270C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F054-C7CA-4FB3-8C21-E4EE1CBE1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0719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EA64F85-383E-4DDD-86FD-CB9C76F3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74D99-A2DD-44FC-981C-1FDDFAD7E545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286E60-D2E8-48B4-A402-204F8589F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9700F3-C72C-441C-9530-553576957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F054-C7CA-4FB3-8C21-E4EE1CBE1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2383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CD7350-37DE-491C-9031-349D6C548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D2F5C2-0820-4133-AF34-89B996DF0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4B780A-7DF6-4CB6-93D9-4D19245AB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3E8DC9-6F15-45C1-A3CE-9F86C588D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74D99-A2DD-44FC-981C-1FDDFAD7E545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DBB395F-35AC-46D8-9812-2899350B8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CFF4ED-FDAC-4A45-85E3-3A1C00E6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F054-C7CA-4FB3-8C21-E4EE1CBE1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25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1B97FC-9F8C-4471-A425-B8EB6873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1F0ACF1-235D-4F97-9761-812CADC20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1767597-DD3B-4E31-B14F-75B7457CB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894DE8-C0A4-425C-8A15-4FE12C51C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74D99-A2DD-44FC-981C-1FDDFAD7E545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270414-7F9A-4702-9923-13C68ED64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8E14D9B-8E9D-4CA3-B615-BD8C9B38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F054-C7CA-4FB3-8C21-E4EE1CBE1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352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2C4CCB-C87A-4993-8E7E-EB700E7AC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5B2A95-1976-4398-9847-A2CBF56EC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24494B-794A-4891-9743-9D97A6685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74D99-A2DD-44FC-981C-1FDDFAD7E545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78E977-8A3E-4957-AEF4-CE929E7E1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117320-3BD2-4260-AD11-74007878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F054-C7CA-4FB3-8C21-E4EE1CBE1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2873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78C5E67-B9FF-4DE7-B8EE-B077906B7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140661C-361D-46B8-A1B2-41E4283AB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5912D5-2669-48C4-8D2E-0C8AFFD8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74D99-A2DD-44FC-981C-1FDDFAD7E545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D5AA35-B1B3-403D-BCAF-FF47586D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777679-4F0A-41A9-8084-F16672A01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BF054-C7CA-4FB3-8C21-E4EE1CBE1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620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AC3148F-CB6B-4731-AF07-328E4E4F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F37D8F-4E3B-4F14-B09C-D2296C4B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DD922A-4D00-44BA-98B9-84E7A1CB9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74D99-A2DD-44FC-981C-1FDDFAD7E545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81553C-0D29-4B10-9C7F-905A85A14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FDB4D2-6884-414F-89F6-5456D257C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BF054-C7CA-4FB3-8C21-E4EE1CBE1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999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02C70-E13A-4768-92F9-6F31F0AADF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E8C5E4A-4E8A-437C-AF09-6C308DE93F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5522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D29F32-EC61-42BD-998A-744D2F1D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遇到的問題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D45386-A459-47A5-8F29-5194E449F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超連結標題放錯位置</a:t>
            </a:r>
            <a:r>
              <a:rPr lang="en-US" altLang="zh-TW"/>
              <a:t>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9758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寬螢幕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Office 佈景主題</vt:lpstr>
      <vt:lpstr>PowerPoint 簡報</vt:lpstr>
      <vt:lpstr>遇到的問題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1</cp:revision>
  <dcterms:created xsi:type="dcterms:W3CDTF">2026-07-02T06:47:14Z</dcterms:created>
  <dcterms:modified xsi:type="dcterms:W3CDTF">2026-07-02T06:47:29Z</dcterms:modified>
</cp:coreProperties>
</file>